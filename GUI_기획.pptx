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86575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A78AA-8000-4857-AD7C-D0FE55CFA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EDBC7B-343B-4033-99F7-E0ACEF1C0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56B64C-B990-4147-A57B-5961F33D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B1D90D-F1BE-44D8-A727-557E5A7E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B9E77F-55BB-408E-919D-56A51040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6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E767E-D246-4F86-9F1F-4B3DB6E7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851AE-B383-443C-B488-E268C35F2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F2A48-648A-41FE-9969-238C2773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934BCF-A9DA-4052-8030-8D4B929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3596B-FE25-47E6-9B8D-3C80194F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9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8414-588D-423C-9E45-35026036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2A896F-A537-4086-9E8E-7B5824434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B3A422-A6CE-43CB-A34C-53727017D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67643A-93B3-47A4-8174-B49EFA83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5936F-5B55-43F8-B934-46665100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D9476-748E-46AF-BCEC-7E26AFD9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48680-79E1-4FB2-980E-EC1E6812E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6507C4-B705-4D6B-823D-4FE11B7E6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76DD46-D26B-4BDB-9849-CB8FFE66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F17C0A-7088-4431-B448-E6A814BA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0D4B5-DBDB-46FF-862F-6F8A38AD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0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76EFB-1063-4287-AB2B-0775B93E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61E15D-517E-474F-BCAE-A9A08E62E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C9AEA4-218B-4906-996F-E928ADE00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C9107D-79C6-4B33-8962-A688AC94C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5C630-70F5-4964-960E-64431A8D0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B0896-100B-423B-887B-BA3815AE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679360-9D43-4C9B-8A55-45D728C6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6017C7-8AEB-49BA-8FD1-5B5F822C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3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3FEEB-6B6C-47EB-94AD-CC9EC68F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FBAC4A-AF42-40ED-9EC8-2EAD09A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168570-CA24-49CD-A34F-CF9C1792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80AC5F-B97A-467F-A0AA-F6D1ED1D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8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15AEDE-F806-4E4B-9F1B-5F159BA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F6F6F3-7F96-4738-B181-6566D911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D414-04AC-4D2A-915E-8E18F272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7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057C6-4A77-4F22-AE2C-40CB0BA2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91BEA-739E-400D-8F7C-1EF77C8B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4D0503-9CC1-423B-A4F3-D98921ABD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D171F6-ED16-40CC-A851-2A85DA90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B429FA-BCE1-4C42-BEC0-A040AB17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B329DB-D7CA-481C-B64A-F37F50D6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6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4C54D-8B13-42A1-BFD8-0A4CF851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D6B33B-8165-409A-A96E-98DA13705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978AC3-329F-48C6-A437-EFBFFAD56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F2780C-48D5-4F74-A5BE-8F303584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4A320-B189-435C-B0D0-469732A1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84F7D-7FBF-455C-BB47-FAA30CC8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6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A13F6-9085-4EF6-A55C-C01FC019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AA6D27-D004-48E2-9584-599D546E9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FD9246-0053-4936-82AC-2AF86181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A6B29-D1BE-49DB-A374-121E37E5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FEE4F-75C4-4751-A384-23B527AF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0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350747-EECE-4126-8761-05383EDBB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B3E935-9ECB-4200-895D-C105961CC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46553B-9321-45B9-AFD5-BE6729C9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B3315-0953-4EB3-BE48-FFA945F8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9EF13-FB81-4107-9908-2DF7DE81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8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C23D01-ABE6-45A6-A171-89249ED4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00B39-36A0-4E11-9FAA-9E640638F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E912E-A7BB-4745-AFFC-60B289BA7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BF43-48B6-4E55-AE91-A9891F18DB4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CDFD6-7A7B-47CF-9C85-6E387FEA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13DBF-713F-424B-B8EA-C50B1A94A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36E06-A1F1-4910-8C1E-58C846D5F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ABC0123-D7CA-40D8-AEAC-30DCCCA9F9FE}"/>
              </a:ext>
            </a:extLst>
          </p:cNvPr>
          <p:cNvSpPr/>
          <p:nvPr/>
        </p:nvSpPr>
        <p:spPr>
          <a:xfrm>
            <a:off x="179459" y="128187"/>
            <a:ext cx="11833082" cy="2495372"/>
          </a:xfrm>
          <a:prstGeom prst="roundRect">
            <a:avLst>
              <a:gd name="adj" fmla="val 5312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CD3BB7-D030-4841-998E-CF2A189DB972}"/>
              </a:ext>
            </a:extLst>
          </p:cNvPr>
          <p:cNvSpPr/>
          <p:nvPr/>
        </p:nvSpPr>
        <p:spPr>
          <a:xfrm>
            <a:off x="1452781" y="41540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56221-63F7-4981-8081-2A044FB6DD76}"/>
              </a:ext>
            </a:extLst>
          </p:cNvPr>
          <p:cNvSpPr txBox="1"/>
          <p:nvPr/>
        </p:nvSpPr>
        <p:spPr>
          <a:xfrm>
            <a:off x="179459" y="44438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Count(ms):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C9319C-1C88-4411-BEB8-AC992EF36A5B}"/>
              </a:ext>
            </a:extLst>
          </p:cNvPr>
          <p:cNvSpPr/>
          <p:nvPr/>
        </p:nvSpPr>
        <p:spPr>
          <a:xfrm>
            <a:off x="3785783" y="41540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2AEB0-894D-459A-8C8D-258FEBB45C03}"/>
              </a:ext>
            </a:extLst>
          </p:cNvPr>
          <p:cNvSpPr txBox="1"/>
          <p:nvPr/>
        </p:nvSpPr>
        <p:spPr>
          <a:xfrm>
            <a:off x="2512461" y="44438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Ref(Nm):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FB915A-AA2C-424C-9DE8-C626D902ED38}"/>
              </a:ext>
            </a:extLst>
          </p:cNvPr>
          <p:cNvSpPr/>
          <p:nvPr/>
        </p:nvSpPr>
        <p:spPr>
          <a:xfrm>
            <a:off x="6024776" y="41540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E0A82-D768-4942-B875-B66EB208069C}"/>
              </a:ext>
            </a:extLst>
          </p:cNvPr>
          <p:cNvSpPr txBox="1"/>
          <p:nvPr/>
        </p:nvSpPr>
        <p:spPr>
          <a:xfrm>
            <a:off x="4751454" y="44438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Act(Nm):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4A09B8-9E5D-4EF4-84E3-BB2A08D8F34C}"/>
              </a:ext>
            </a:extLst>
          </p:cNvPr>
          <p:cNvSpPr/>
          <p:nvPr/>
        </p:nvSpPr>
        <p:spPr>
          <a:xfrm>
            <a:off x="8320757" y="41540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9E651-FC2F-42EB-A556-4482944BDFF9}"/>
              </a:ext>
            </a:extLst>
          </p:cNvPr>
          <p:cNvSpPr txBox="1"/>
          <p:nvPr/>
        </p:nvSpPr>
        <p:spPr>
          <a:xfrm>
            <a:off x="7047435" y="44438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phase(%):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41B937-8E43-468B-A56A-01382F3DC305}"/>
              </a:ext>
            </a:extLst>
          </p:cNvPr>
          <p:cNvSpPr/>
          <p:nvPr/>
        </p:nvSpPr>
        <p:spPr>
          <a:xfrm>
            <a:off x="1452781" y="106488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2D0E65-0B58-4FC6-A503-FC2F59CB8404}"/>
              </a:ext>
            </a:extLst>
          </p:cNvPr>
          <p:cNvSpPr txBox="1"/>
          <p:nvPr/>
        </p:nvSpPr>
        <p:spPr>
          <a:xfrm>
            <a:off x="179459" y="109386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enc1(deg):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5E30F5-E6F0-4A9F-BE1D-1753BAC8AF82}"/>
              </a:ext>
            </a:extLst>
          </p:cNvPr>
          <p:cNvSpPr/>
          <p:nvPr/>
        </p:nvSpPr>
        <p:spPr>
          <a:xfrm>
            <a:off x="3785783" y="106488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812E82-C060-4B8E-B096-F410B5FEC3A7}"/>
              </a:ext>
            </a:extLst>
          </p:cNvPr>
          <p:cNvSpPr txBox="1"/>
          <p:nvPr/>
        </p:nvSpPr>
        <p:spPr>
          <a:xfrm>
            <a:off x="2512461" y="109386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enc2(deg):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6F5BCB-A6C3-4E84-9B37-4E4DED1B29D1}"/>
              </a:ext>
            </a:extLst>
          </p:cNvPr>
          <p:cNvSpPr/>
          <p:nvPr/>
        </p:nvSpPr>
        <p:spPr>
          <a:xfrm>
            <a:off x="6024776" y="106488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8E243B-4044-479D-9C04-849FC3170799}"/>
              </a:ext>
            </a:extLst>
          </p:cNvPr>
          <p:cNvSpPr txBox="1"/>
          <p:nvPr/>
        </p:nvSpPr>
        <p:spPr>
          <a:xfrm>
            <a:off x="4751454" y="109386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Cur(A):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0285F4-D21C-4F66-87C2-FA43365F373E}"/>
              </a:ext>
            </a:extLst>
          </p:cNvPr>
          <p:cNvSpPr/>
          <p:nvPr/>
        </p:nvSpPr>
        <p:spPr>
          <a:xfrm>
            <a:off x="8320757" y="106488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768E9E-B4CA-4A02-94A2-714F775569AC}"/>
              </a:ext>
            </a:extLst>
          </p:cNvPr>
          <p:cNvSpPr txBox="1"/>
          <p:nvPr/>
        </p:nvSpPr>
        <p:spPr>
          <a:xfrm>
            <a:off x="7047435" y="109386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d(A):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218325-02F3-4ECC-BB30-E2F00AC70A4A}"/>
              </a:ext>
            </a:extLst>
          </p:cNvPr>
          <p:cNvSpPr/>
          <p:nvPr/>
        </p:nvSpPr>
        <p:spPr>
          <a:xfrm>
            <a:off x="10616738" y="106488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DD6263-DD15-476D-8D07-C5122E814915}"/>
              </a:ext>
            </a:extLst>
          </p:cNvPr>
          <p:cNvSpPr txBox="1"/>
          <p:nvPr/>
        </p:nvSpPr>
        <p:spPr>
          <a:xfrm>
            <a:off x="9343416" y="1093860"/>
            <a:ext cx="12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Lin(A):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3C972A-124A-40FA-BE39-9D10ABFD73ED}"/>
              </a:ext>
            </a:extLst>
          </p:cNvPr>
          <p:cNvSpPr txBox="1"/>
          <p:nvPr/>
        </p:nvSpPr>
        <p:spPr>
          <a:xfrm>
            <a:off x="274889" y="148619"/>
            <a:ext cx="199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RX Data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DD174BF-C366-41A0-9AD9-B3B6F2D3C62F}"/>
              </a:ext>
            </a:extLst>
          </p:cNvPr>
          <p:cNvSpPr/>
          <p:nvPr/>
        </p:nvSpPr>
        <p:spPr>
          <a:xfrm>
            <a:off x="6024775" y="2772178"/>
            <a:ext cx="5999159" cy="3957635"/>
          </a:xfrm>
          <a:prstGeom prst="roundRect">
            <a:avLst>
              <a:gd name="adj" fmla="val 5312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19401-F200-47CE-9125-B5ADFE6E996C}"/>
              </a:ext>
            </a:extLst>
          </p:cNvPr>
          <p:cNvSpPr txBox="1"/>
          <p:nvPr/>
        </p:nvSpPr>
        <p:spPr>
          <a:xfrm>
            <a:off x="6096000" y="2819085"/>
            <a:ext cx="199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Parameter Setting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4DF5026-0FEB-4B23-8692-D4961CE11EF0}"/>
              </a:ext>
            </a:extLst>
          </p:cNvPr>
          <p:cNvSpPr/>
          <p:nvPr/>
        </p:nvSpPr>
        <p:spPr>
          <a:xfrm>
            <a:off x="8726684" y="2030554"/>
            <a:ext cx="1273322" cy="4272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Capture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ACCB0B5-5A37-44E3-9004-4D6705E6C928}"/>
              </a:ext>
            </a:extLst>
          </p:cNvPr>
          <p:cNvSpPr/>
          <p:nvPr/>
        </p:nvSpPr>
        <p:spPr>
          <a:xfrm>
            <a:off x="10462915" y="2030554"/>
            <a:ext cx="1273322" cy="42729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Stop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42A89F3-615B-4CA2-B8F6-36CD64598C89}"/>
              </a:ext>
            </a:extLst>
          </p:cNvPr>
          <p:cNvSpPr/>
          <p:nvPr/>
        </p:nvSpPr>
        <p:spPr>
          <a:xfrm>
            <a:off x="9591956" y="6064168"/>
            <a:ext cx="2049563" cy="4272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Set Parameter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3AF89D-344C-457C-AC34-EEC534A98407}"/>
              </a:ext>
            </a:extLst>
          </p:cNvPr>
          <p:cNvSpPr txBox="1"/>
          <p:nvPr/>
        </p:nvSpPr>
        <p:spPr>
          <a:xfrm>
            <a:off x="8219271" y="3252798"/>
            <a:ext cx="258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Plantar_Amplitude(Nm):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83BC917-2D18-4CAE-B457-74F899C6557D}"/>
              </a:ext>
            </a:extLst>
          </p:cNvPr>
          <p:cNvSpPr/>
          <p:nvPr/>
        </p:nvSpPr>
        <p:spPr>
          <a:xfrm>
            <a:off x="10802948" y="3230310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35CF06-7F87-4D59-A0B6-DB3648F631BC}"/>
              </a:ext>
            </a:extLst>
          </p:cNvPr>
          <p:cNvSpPr txBox="1"/>
          <p:nvPr/>
        </p:nvSpPr>
        <p:spPr>
          <a:xfrm>
            <a:off x="8430065" y="3815719"/>
            <a:ext cx="237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Dorsi_Amplitude(Nm):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EDFA04-8539-473E-9A44-1522F5763944}"/>
              </a:ext>
            </a:extLst>
          </p:cNvPr>
          <p:cNvSpPr/>
          <p:nvPr/>
        </p:nvSpPr>
        <p:spPr>
          <a:xfrm>
            <a:off x="10802948" y="3793231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C1DC3B-C92C-465B-925F-41C7A315959E}"/>
              </a:ext>
            </a:extLst>
          </p:cNvPr>
          <p:cNvSpPr txBox="1"/>
          <p:nvPr/>
        </p:nvSpPr>
        <p:spPr>
          <a:xfrm>
            <a:off x="6149053" y="4455525"/>
            <a:ext cx="86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T1(%):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13E988E-98F0-4AA0-ADA6-F1FFC8881728}"/>
              </a:ext>
            </a:extLst>
          </p:cNvPr>
          <p:cNvSpPr/>
          <p:nvPr/>
        </p:nvSpPr>
        <p:spPr>
          <a:xfrm>
            <a:off x="7009332" y="4433037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E178B-64DD-42A4-8F9F-27B6AB477E0D}"/>
              </a:ext>
            </a:extLst>
          </p:cNvPr>
          <p:cNvSpPr txBox="1"/>
          <p:nvPr/>
        </p:nvSpPr>
        <p:spPr>
          <a:xfrm>
            <a:off x="8018105" y="4455525"/>
            <a:ext cx="86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T2(%):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581EF82-E00C-4DAC-A5EA-CF8D199E861C}"/>
              </a:ext>
            </a:extLst>
          </p:cNvPr>
          <p:cNvSpPr/>
          <p:nvPr/>
        </p:nvSpPr>
        <p:spPr>
          <a:xfrm>
            <a:off x="8878384" y="4433037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56CAB9-0A4C-47FE-8FBF-6549B292E03B}"/>
              </a:ext>
            </a:extLst>
          </p:cNvPr>
          <p:cNvSpPr txBox="1"/>
          <p:nvPr/>
        </p:nvSpPr>
        <p:spPr>
          <a:xfrm>
            <a:off x="9942669" y="4455525"/>
            <a:ext cx="86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T3(%):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AAE2107-24B8-4284-BC0E-05927AA85A61}"/>
              </a:ext>
            </a:extLst>
          </p:cNvPr>
          <p:cNvSpPr/>
          <p:nvPr/>
        </p:nvSpPr>
        <p:spPr>
          <a:xfrm>
            <a:off x="10802948" y="4433037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8DC00D-E375-4406-9683-EE4E444492FC}"/>
              </a:ext>
            </a:extLst>
          </p:cNvPr>
          <p:cNvSpPr txBox="1"/>
          <p:nvPr/>
        </p:nvSpPr>
        <p:spPr>
          <a:xfrm>
            <a:off x="6149053" y="5066741"/>
            <a:ext cx="86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T4(%):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5D68AD-6C17-4978-A848-E55D60576CD4}"/>
              </a:ext>
            </a:extLst>
          </p:cNvPr>
          <p:cNvSpPr/>
          <p:nvPr/>
        </p:nvSpPr>
        <p:spPr>
          <a:xfrm>
            <a:off x="7009332" y="5044253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A4A1AA-EE73-4FC5-B1D7-5B0CC38B4D09}"/>
              </a:ext>
            </a:extLst>
          </p:cNvPr>
          <p:cNvSpPr txBox="1"/>
          <p:nvPr/>
        </p:nvSpPr>
        <p:spPr>
          <a:xfrm>
            <a:off x="8018105" y="5066741"/>
            <a:ext cx="86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T5(%):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618ED49-3D27-4C8A-91BD-46E857518B02}"/>
              </a:ext>
            </a:extLst>
          </p:cNvPr>
          <p:cNvSpPr/>
          <p:nvPr/>
        </p:nvSpPr>
        <p:spPr>
          <a:xfrm>
            <a:off x="8878384" y="5044253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592CC0-EB44-4910-BE8E-AE98105C3CCC}"/>
              </a:ext>
            </a:extLst>
          </p:cNvPr>
          <p:cNvSpPr txBox="1"/>
          <p:nvPr/>
        </p:nvSpPr>
        <p:spPr>
          <a:xfrm>
            <a:off x="9942669" y="5066741"/>
            <a:ext cx="86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T6(%):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357B6AF-DBA8-4362-9FAF-7B5ADF2415DA}"/>
              </a:ext>
            </a:extLst>
          </p:cNvPr>
          <p:cNvSpPr/>
          <p:nvPr/>
        </p:nvSpPr>
        <p:spPr>
          <a:xfrm>
            <a:off x="10802948" y="5044253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5E3A789-16B9-4EE9-9827-BE179369577B}"/>
              </a:ext>
            </a:extLst>
          </p:cNvPr>
          <p:cNvSpPr/>
          <p:nvPr/>
        </p:nvSpPr>
        <p:spPr>
          <a:xfrm>
            <a:off x="341833" y="2034562"/>
            <a:ext cx="8203962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6ADC97D-AAAB-43F5-93F2-97735FBE5C4D}"/>
              </a:ext>
            </a:extLst>
          </p:cNvPr>
          <p:cNvSpPr/>
          <p:nvPr/>
        </p:nvSpPr>
        <p:spPr>
          <a:xfrm>
            <a:off x="116077" y="4860328"/>
            <a:ext cx="1811708" cy="1869486"/>
          </a:xfrm>
          <a:prstGeom prst="roundRect">
            <a:avLst>
              <a:gd name="adj" fmla="val 959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Robot Off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AD9BE83-07F7-4A2B-9B78-2EB44BD8EACD}"/>
              </a:ext>
            </a:extLst>
          </p:cNvPr>
          <p:cNvSpPr/>
          <p:nvPr/>
        </p:nvSpPr>
        <p:spPr>
          <a:xfrm>
            <a:off x="116077" y="2772179"/>
            <a:ext cx="1811708" cy="1869485"/>
          </a:xfrm>
          <a:prstGeom prst="roundRect">
            <a:avLst>
              <a:gd name="adj" fmla="val 95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Robot 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D9EA30-6D68-4C67-B2A5-00A408A1D4FF}"/>
              </a:ext>
            </a:extLst>
          </p:cNvPr>
          <p:cNvSpPr txBox="1"/>
          <p:nvPr/>
        </p:nvSpPr>
        <p:spPr>
          <a:xfrm>
            <a:off x="6024775" y="3798251"/>
            <a:ext cx="98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Limit(A):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01E7A85-726E-4164-AC57-63E9CA861762}"/>
              </a:ext>
            </a:extLst>
          </p:cNvPr>
          <p:cNvSpPr/>
          <p:nvPr/>
        </p:nvSpPr>
        <p:spPr>
          <a:xfrm>
            <a:off x="7009332" y="3775763"/>
            <a:ext cx="1119499" cy="427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CCB02CB7-0D08-4368-9C17-B1A6D107EC43}"/>
              </a:ext>
            </a:extLst>
          </p:cNvPr>
          <p:cNvSpPr/>
          <p:nvPr/>
        </p:nvSpPr>
        <p:spPr>
          <a:xfrm>
            <a:off x="2073783" y="2772179"/>
            <a:ext cx="1811708" cy="1869485"/>
          </a:xfrm>
          <a:prstGeom prst="roundRect">
            <a:avLst>
              <a:gd name="adj" fmla="val 95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Assist On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1C4E361-619C-4875-BEBA-CDE1127AA07D}"/>
              </a:ext>
            </a:extLst>
          </p:cNvPr>
          <p:cNvSpPr/>
          <p:nvPr/>
        </p:nvSpPr>
        <p:spPr>
          <a:xfrm>
            <a:off x="2086216" y="4860328"/>
            <a:ext cx="1811708" cy="1869486"/>
          </a:xfrm>
          <a:prstGeom prst="roundRect">
            <a:avLst>
              <a:gd name="adj" fmla="val 959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Assist Off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8A48955-8FEB-4409-A73D-8B2F9BC05959}"/>
              </a:ext>
            </a:extLst>
          </p:cNvPr>
          <p:cNvSpPr/>
          <p:nvPr/>
        </p:nvSpPr>
        <p:spPr>
          <a:xfrm>
            <a:off x="3998001" y="2772178"/>
            <a:ext cx="1925288" cy="3957635"/>
          </a:xfrm>
          <a:prstGeom prst="roundRect">
            <a:avLst>
              <a:gd name="adj" fmla="val 5312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0DE698-E6CD-492F-8BC1-A2CF1F19E1B1}"/>
              </a:ext>
            </a:extLst>
          </p:cNvPr>
          <p:cNvSpPr txBox="1"/>
          <p:nvPr/>
        </p:nvSpPr>
        <p:spPr>
          <a:xfrm>
            <a:off x="4025065" y="2819085"/>
            <a:ext cx="199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Controller Setting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F82342F-4F8E-4A27-AD14-AFEF1AF35CD2}"/>
              </a:ext>
            </a:extLst>
          </p:cNvPr>
          <p:cNvSpPr/>
          <p:nvPr/>
        </p:nvSpPr>
        <p:spPr>
          <a:xfrm>
            <a:off x="5194537" y="3487822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902A97-D7FB-4707-A591-CA58E2B0AEAC}"/>
              </a:ext>
            </a:extLst>
          </p:cNvPr>
          <p:cNvSpPr txBox="1"/>
          <p:nvPr/>
        </p:nvSpPr>
        <p:spPr>
          <a:xfrm>
            <a:off x="4048205" y="3411156"/>
            <a:ext cx="98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PD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1DAA1D7-A31E-4058-B457-283DE1AAA6EA}"/>
              </a:ext>
            </a:extLst>
          </p:cNvPr>
          <p:cNvSpPr/>
          <p:nvPr/>
        </p:nvSpPr>
        <p:spPr>
          <a:xfrm>
            <a:off x="5194537" y="4146089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915C27-1769-4067-A6BD-E128B8A40865}"/>
              </a:ext>
            </a:extLst>
          </p:cNvPr>
          <p:cNvSpPr txBox="1"/>
          <p:nvPr/>
        </p:nvSpPr>
        <p:spPr>
          <a:xfrm>
            <a:off x="4048205" y="4069423"/>
            <a:ext cx="98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DOB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9270F9C-50F5-426A-AB5F-1007573A9A38}"/>
              </a:ext>
            </a:extLst>
          </p:cNvPr>
          <p:cNvSpPr/>
          <p:nvPr/>
        </p:nvSpPr>
        <p:spPr>
          <a:xfrm>
            <a:off x="5194537" y="4804104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C04EE1-0313-43F2-A001-6255BFD71D59}"/>
              </a:ext>
            </a:extLst>
          </p:cNvPr>
          <p:cNvSpPr txBox="1"/>
          <p:nvPr/>
        </p:nvSpPr>
        <p:spPr>
          <a:xfrm>
            <a:off x="4048205" y="4727438"/>
            <a:ext cx="98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FF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3D94F56-CDBA-40B3-8F86-13E5AA366100}"/>
              </a:ext>
            </a:extLst>
          </p:cNvPr>
          <p:cNvSpPr/>
          <p:nvPr/>
        </p:nvSpPr>
        <p:spPr>
          <a:xfrm>
            <a:off x="5194537" y="5506912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DBB681-57CC-4E72-B4CC-657FBE3CC1E5}"/>
              </a:ext>
            </a:extLst>
          </p:cNvPr>
          <p:cNvSpPr txBox="1"/>
          <p:nvPr/>
        </p:nvSpPr>
        <p:spPr>
          <a:xfrm>
            <a:off x="4048205" y="5430246"/>
            <a:ext cx="98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LS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51C95B14-5A07-4BFC-A3A4-5A7E779AED83}"/>
              </a:ext>
            </a:extLst>
          </p:cNvPr>
          <p:cNvSpPr/>
          <p:nvPr/>
        </p:nvSpPr>
        <p:spPr>
          <a:xfrm>
            <a:off x="4294253" y="6064168"/>
            <a:ext cx="1389388" cy="4272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15081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015B1F-E2AC-47B6-8FB8-A354585C549A}"/>
              </a:ext>
            </a:extLst>
          </p:cNvPr>
          <p:cNvSpPr/>
          <p:nvPr/>
        </p:nvSpPr>
        <p:spPr>
          <a:xfrm>
            <a:off x="179459" y="128187"/>
            <a:ext cx="11833082" cy="2495372"/>
          </a:xfrm>
          <a:prstGeom prst="roundRect">
            <a:avLst>
              <a:gd name="adj" fmla="val 5312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3D680B-AA60-4C6D-A431-AF9CFD887D4E}"/>
              </a:ext>
            </a:extLst>
          </p:cNvPr>
          <p:cNvSpPr txBox="1"/>
          <p:nvPr/>
        </p:nvSpPr>
        <p:spPr>
          <a:xfrm>
            <a:off x="274889" y="148619"/>
            <a:ext cx="199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RX Data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FE7199B-C4F5-4F9B-AF52-A4C5EAF93FB6}"/>
              </a:ext>
            </a:extLst>
          </p:cNvPr>
          <p:cNvSpPr/>
          <p:nvPr/>
        </p:nvSpPr>
        <p:spPr>
          <a:xfrm>
            <a:off x="6024775" y="2772178"/>
            <a:ext cx="5999159" cy="3957635"/>
          </a:xfrm>
          <a:prstGeom prst="roundRect">
            <a:avLst>
              <a:gd name="adj" fmla="val 5312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BF697-44E9-4348-BBBA-269359036ED1}"/>
              </a:ext>
            </a:extLst>
          </p:cNvPr>
          <p:cNvSpPr txBox="1"/>
          <p:nvPr/>
        </p:nvSpPr>
        <p:spPr>
          <a:xfrm>
            <a:off x="6096000" y="2819085"/>
            <a:ext cx="199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Parameter Setting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6343992-54E4-44C5-8454-2CFDE8DD7CEF}"/>
              </a:ext>
            </a:extLst>
          </p:cNvPr>
          <p:cNvSpPr/>
          <p:nvPr/>
        </p:nvSpPr>
        <p:spPr>
          <a:xfrm>
            <a:off x="116077" y="4860328"/>
            <a:ext cx="1811708" cy="1869486"/>
          </a:xfrm>
          <a:prstGeom prst="roundRect">
            <a:avLst>
              <a:gd name="adj" fmla="val 959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Robot Off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115C4AD-3BA0-44DD-B18A-DC219E55FE3C}"/>
              </a:ext>
            </a:extLst>
          </p:cNvPr>
          <p:cNvSpPr/>
          <p:nvPr/>
        </p:nvSpPr>
        <p:spPr>
          <a:xfrm>
            <a:off x="116077" y="2772179"/>
            <a:ext cx="1811708" cy="1869485"/>
          </a:xfrm>
          <a:prstGeom prst="roundRect">
            <a:avLst>
              <a:gd name="adj" fmla="val 95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Robot On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4917C00-D502-4D51-88D6-09B199345598}"/>
              </a:ext>
            </a:extLst>
          </p:cNvPr>
          <p:cNvSpPr/>
          <p:nvPr/>
        </p:nvSpPr>
        <p:spPr>
          <a:xfrm>
            <a:off x="2073783" y="2772179"/>
            <a:ext cx="1811708" cy="1869485"/>
          </a:xfrm>
          <a:prstGeom prst="roundRect">
            <a:avLst>
              <a:gd name="adj" fmla="val 95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Assist On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A1A26CA-B44F-4418-BAFF-F9EBF92DC203}"/>
              </a:ext>
            </a:extLst>
          </p:cNvPr>
          <p:cNvSpPr/>
          <p:nvPr/>
        </p:nvSpPr>
        <p:spPr>
          <a:xfrm>
            <a:off x="2086216" y="4860328"/>
            <a:ext cx="1811708" cy="1869486"/>
          </a:xfrm>
          <a:prstGeom prst="roundRect">
            <a:avLst>
              <a:gd name="adj" fmla="val 959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Assist Off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79A0BC6-DC02-4ACE-B55C-E53BA95B943A}"/>
              </a:ext>
            </a:extLst>
          </p:cNvPr>
          <p:cNvSpPr/>
          <p:nvPr/>
        </p:nvSpPr>
        <p:spPr>
          <a:xfrm>
            <a:off x="3998001" y="2772178"/>
            <a:ext cx="1925288" cy="3957635"/>
          </a:xfrm>
          <a:prstGeom prst="roundRect">
            <a:avLst>
              <a:gd name="adj" fmla="val 5312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6D4225-777E-438D-AB73-E48300D992CF}"/>
              </a:ext>
            </a:extLst>
          </p:cNvPr>
          <p:cNvSpPr txBox="1"/>
          <p:nvPr/>
        </p:nvSpPr>
        <p:spPr>
          <a:xfrm>
            <a:off x="4025065" y="2819085"/>
            <a:ext cx="199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Controller Setting</a:t>
            </a:r>
          </a:p>
        </p:txBody>
      </p:sp>
    </p:spTree>
    <p:extLst>
      <p:ext uri="{BB962C8B-B14F-4D97-AF65-F5344CB8AC3E}">
        <p14:creationId xmlns:p14="http://schemas.microsoft.com/office/powerpoint/2010/main" val="304306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9CD10A-B0BB-4595-A45B-8E3F8831AD07}"/>
              </a:ext>
            </a:extLst>
          </p:cNvPr>
          <p:cNvSpPr/>
          <p:nvPr/>
        </p:nvSpPr>
        <p:spPr>
          <a:xfrm>
            <a:off x="937189" y="485233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SendData = [app.SDO_SEND,... %SDO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(app.node_id+16), ... %identifier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2,...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app.pack_sdoUnit(app.TASK_ID_LOWLEVEL, app.SDO_ID_LOWLEVEL_TERMINAL_RESISTANCE, app.SDO_REQU, 1, single(abs(X.R))), ...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app.pack_sdoUnit(app.TASK_ID_LOWLEVEL, app.SDO_ID_LOWLEVEL_TERMINAL_INDUCTANCE, app.SDO_REQU, 1, single(abs(X.L))), ...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42C057-62DF-4946-A550-A36229C92A69}"/>
              </a:ext>
            </a:extLst>
          </p:cNvPr>
          <p:cNvSpPr/>
          <p:nvPr/>
        </p:nvSpPr>
        <p:spPr>
          <a:xfrm>
            <a:off x="937189" y="3270586"/>
            <a:ext cx="98298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function results = pack_sdoUnit(app, task_id, sdo_id, status, length, value)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temp = [task_id, sdo_id, status, length];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en-US" b="0" i="0">
                <a:effectLst/>
                <a:latin typeface="Menlo"/>
              </a:rPr>
            </a:br>
            <a:br>
              <a:rPr lang="en-US" b="0" i="0">
                <a:effectLst/>
                <a:latin typeface="Menlo"/>
              </a:rPr>
            </a:b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i = 1:length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temp = [temp, typecast(value(i),'uint8')];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results = temp;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en-US" b="0" i="0">
                <a:effectLst/>
                <a:latin typeface="Menlo"/>
              </a:rPr>
            </a:b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b="0" i="0" u="none" strike="noStrike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en-US" b="0" i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591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237ACBA-9C7E-49CF-A244-9FCA964EDAE0}"/>
              </a:ext>
            </a:extLst>
          </p:cNvPr>
          <p:cNvSpPr/>
          <p:nvPr/>
        </p:nvSpPr>
        <p:spPr>
          <a:xfrm>
            <a:off x="526990" y="4175358"/>
            <a:ext cx="78906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IOIF_TransmitFDCAN1(t_COB_ID, t_len, t_tx_data) != 0)</a:t>
            </a:r>
            <a:endParaRPr 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CB7D86-3298-43C0-A4D9-35A1CD86A2D6}"/>
              </a:ext>
            </a:extLst>
          </p:cNvPr>
          <p:cNvSpPr/>
          <p:nvPr/>
        </p:nvSpPr>
        <p:spPr>
          <a:xfrm>
            <a:off x="297679" y="5392175"/>
            <a:ext cx="1104971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>
                <a:solidFill>
                  <a:srgbClr val="005032"/>
                </a:solidFill>
                <a:latin typeface="Consolas" panose="020B0609020204030204" pitchFamily="49" charset="0"/>
              </a:rPr>
              <a:t>uint8_t</a:t>
            </a: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b="1">
                <a:solidFill>
                  <a:srgbClr val="000000"/>
                </a:solidFill>
                <a:latin typeface="Consolas" panose="020B0609020204030204" pitchFamily="49" charset="0"/>
              </a:rPr>
              <a:t>IOIF_TransmitFDCAN1(</a:t>
            </a:r>
            <a:r>
              <a:rPr lang="en-US" sz="900" b="1">
                <a:solidFill>
                  <a:srgbClr val="005032"/>
                </a:solidFill>
                <a:latin typeface="Consolas" panose="020B0609020204030204" pitchFamily="49" charset="0"/>
              </a:rPr>
              <a:t>uint16_t</a:t>
            </a:r>
            <a:r>
              <a:rPr lang="en-US" sz="900" b="1">
                <a:solidFill>
                  <a:srgbClr val="000000"/>
                </a:solidFill>
                <a:latin typeface="Consolas" panose="020B0609020204030204" pitchFamily="49" charset="0"/>
              </a:rPr>
              <a:t> msgId, </a:t>
            </a:r>
            <a:r>
              <a:rPr lang="en-US" sz="900" b="1">
                <a:solidFill>
                  <a:srgbClr val="005032"/>
                </a:solidFill>
                <a:latin typeface="Consolas" panose="020B0609020204030204" pitchFamily="49" charset="0"/>
              </a:rPr>
              <a:t>uint32_t</a:t>
            </a:r>
            <a:r>
              <a:rPr lang="en-US" sz="900" b="1">
                <a:solidFill>
                  <a:srgbClr val="000000"/>
                </a:solidFill>
                <a:latin typeface="Consolas" panose="020B0609020204030204" pitchFamily="49" charset="0"/>
              </a:rPr>
              <a:t> len, </a:t>
            </a:r>
            <a:r>
              <a:rPr lang="en-US" sz="900" b="1">
                <a:solidFill>
                  <a:srgbClr val="005032"/>
                </a:solidFill>
                <a:latin typeface="Consolas" panose="020B0609020204030204" pitchFamily="49" charset="0"/>
              </a:rPr>
              <a:t>uint8_t</a:t>
            </a:r>
            <a:r>
              <a:rPr lang="en-US" sz="900" b="1">
                <a:solidFill>
                  <a:srgbClr val="000000"/>
                </a:solidFill>
                <a:latin typeface="Consolas" panose="020B0609020204030204" pitchFamily="49" charset="0"/>
              </a:rPr>
              <a:t>* txData)</a:t>
            </a:r>
          </a:p>
          <a:p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fdcanPtr = &amp;fdcan1Obj;</a:t>
            </a:r>
          </a:p>
          <a:p>
            <a:endParaRPr lang="en-US" sz="900">
              <a:latin typeface="Consolas" panose="020B0609020204030204" pitchFamily="49" charset="0"/>
            </a:endParaRPr>
          </a:p>
          <a:p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fdcanPtr-&gt;</a:t>
            </a:r>
            <a:r>
              <a:rPr lang="en-US" sz="900">
                <a:solidFill>
                  <a:srgbClr val="0000C0"/>
                </a:solidFill>
                <a:latin typeface="Consolas" panose="020B0609020204030204" pitchFamily="49" charset="0"/>
              </a:rPr>
              <a:t>TxHeader</a:t>
            </a: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900">
                <a:solidFill>
                  <a:srgbClr val="0000C0"/>
                </a:solidFill>
                <a:latin typeface="Consolas" panose="020B0609020204030204" pitchFamily="49" charset="0"/>
              </a:rPr>
              <a:t>Identifier</a:t>
            </a: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 = msgId;</a:t>
            </a:r>
            <a:r>
              <a:rPr lang="en-US" sz="900">
                <a:solidFill>
                  <a:srgbClr val="3F7F5F"/>
                </a:solidFill>
                <a:latin typeface="Consolas" panose="020B0609020204030204" pitchFamily="49" charset="0"/>
              </a:rPr>
              <a:t>// msgId = (0x"Msg Type"/"ori_node"/"dest_node")</a:t>
            </a:r>
          </a:p>
          <a:p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fdcanPtr-&gt;</a:t>
            </a:r>
            <a:r>
              <a:rPr lang="en-US" sz="900">
                <a:solidFill>
                  <a:srgbClr val="0000C0"/>
                </a:solidFill>
                <a:latin typeface="Consolas" panose="020B0609020204030204" pitchFamily="49" charset="0"/>
              </a:rPr>
              <a:t>TxHeader</a:t>
            </a: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900">
                <a:solidFill>
                  <a:srgbClr val="0000C0"/>
                </a:solidFill>
                <a:latin typeface="Consolas" panose="020B0609020204030204" pitchFamily="49" charset="0"/>
              </a:rPr>
              <a:t>DataLength</a:t>
            </a: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 = Len2DLC(len);</a:t>
            </a:r>
          </a:p>
          <a:p>
            <a:endParaRPr lang="en-US" sz="900">
              <a:latin typeface="Consolas" panose="020B0609020204030204" pitchFamily="49" charset="0"/>
            </a:endParaRPr>
          </a:p>
          <a:p>
            <a:r>
              <a:rPr lang="en-US" sz="9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900" b="1">
                <a:solidFill>
                  <a:srgbClr val="000000"/>
                </a:solidFill>
                <a:latin typeface="Consolas" panose="020B0609020204030204" pitchFamily="49" charset="0"/>
              </a:rPr>
              <a:t> BSP_AddFDCANMsgToTxQ(</a:t>
            </a:r>
            <a:r>
              <a:rPr lang="en-US" sz="900" b="1" i="1">
                <a:solidFill>
                  <a:srgbClr val="0000C0"/>
                </a:solidFill>
                <a:latin typeface="Consolas" panose="020B0609020204030204" pitchFamily="49" charset="0"/>
              </a:rPr>
              <a:t>BSP_FDCAN1</a:t>
            </a:r>
            <a:r>
              <a:rPr lang="en-US" sz="900" b="1" i="1">
                <a:solidFill>
                  <a:srgbClr val="000000"/>
                </a:solidFill>
                <a:latin typeface="Consolas" panose="020B0609020204030204" pitchFamily="49" charset="0"/>
              </a:rPr>
              <a:t>, &amp;fdcanPtr-&gt;</a:t>
            </a:r>
            <a:r>
              <a:rPr lang="en-US" sz="900" b="1" i="1">
                <a:solidFill>
                  <a:srgbClr val="0000C0"/>
                </a:solidFill>
                <a:latin typeface="Consolas" panose="020B0609020204030204" pitchFamily="49" charset="0"/>
              </a:rPr>
              <a:t>TxHeader</a:t>
            </a:r>
            <a:r>
              <a:rPr lang="en-US" sz="900" b="1" i="1">
                <a:solidFill>
                  <a:srgbClr val="000000"/>
                </a:solidFill>
                <a:latin typeface="Consolas" panose="020B0609020204030204" pitchFamily="49" charset="0"/>
              </a:rPr>
              <a:t>, txData);</a:t>
            </a:r>
          </a:p>
          <a:p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9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FE62C6-00A9-416E-BE6D-9107C98ED82B}"/>
              </a:ext>
            </a:extLst>
          </p:cNvPr>
          <p:cNvSpPr/>
          <p:nvPr/>
        </p:nvSpPr>
        <p:spPr>
          <a:xfrm>
            <a:off x="378864" y="126997"/>
            <a:ext cx="5443671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Send_SDO(</a:t>
            </a:r>
            <a:r>
              <a:rPr lang="en-US" sz="1000" b="1">
                <a:solidFill>
                  <a:srgbClr val="005032"/>
                </a:solidFill>
                <a:latin typeface="Consolas" panose="020B0609020204030204" pitchFamily="49" charset="0"/>
              </a:rPr>
              <a:t>uint8_t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t_dest_node)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000">
                <a:solidFill>
                  <a:srgbClr val="005032"/>
                </a:solidFill>
                <a:latin typeface="Consolas" panose="020B0609020204030204" pitchFamily="49" charset="0"/>
              </a:rPr>
              <a:t>uint8_t</a:t>
            </a:r>
            <a:r>
              <a:rPr lang="fr-FR" sz="1000">
                <a:solidFill>
                  <a:srgbClr val="000000"/>
                </a:solidFill>
                <a:latin typeface="Consolas" panose="020B0609020204030204" pitchFamily="49" charset="0"/>
              </a:rPr>
              <a:t> t_byte_len = 0;</a:t>
            </a:r>
          </a:p>
          <a:p>
            <a:r>
              <a:rPr lang="fr-FR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000">
                <a:solidFill>
                  <a:srgbClr val="005032"/>
                </a:solidFill>
                <a:latin typeface="Consolas" panose="020B0609020204030204" pitchFamily="49" charset="0"/>
              </a:rPr>
              <a:t>uint16_t</a:t>
            </a:r>
            <a:r>
              <a:rPr lang="fr-FR" sz="1000">
                <a:solidFill>
                  <a:srgbClr val="000000"/>
                </a:solidFill>
                <a:latin typeface="Consolas" panose="020B0609020204030204" pitchFamily="49" charset="0"/>
              </a:rPr>
              <a:t> t_identifier = </a:t>
            </a:r>
            <a:r>
              <a:rPr lang="fr-FR" sz="1000" i="1">
                <a:solidFill>
                  <a:srgbClr val="0000C0"/>
                </a:solidFill>
                <a:latin typeface="Consolas" panose="020B0609020204030204" pitchFamily="49" charset="0"/>
              </a:rPr>
              <a:t>SDO</a:t>
            </a:r>
            <a:r>
              <a:rPr lang="fr-FR" sz="1000" i="1">
                <a:solidFill>
                  <a:srgbClr val="000000"/>
                </a:solidFill>
                <a:latin typeface="Consolas" panose="020B0609020204030204" pitchFamily="49" charset="0"/>
              </a:rPr>
              <a:t>|(WIDM_node_id&lt;&lt;4)|t_dest_node;</a:t>
            </a:r>
          </a:p>
          <a:p>
            <a:endParaRPr lang="en-US" sz="1000">
              <a:latin typeface="Consolas" panose="020B0609020204030204" pitchFamily="49" charset="0"/>
            </a:endParaRP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t_check = Pack_SDO(fdcanRxData, &amp;t_byte_len);</a:t>
            </a:r>
          </a:p>
          <a:p>
            <a:endParaRPr lang="en-US" sz="1000">
              <a:latin typeface="Consolas" panose="020B0609020204030204" pitchFamily="49" charset="0"/>
            </a:endParaRP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(t_check &lt; 0){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sz="1000" b="1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sz="1000" b="1">
                <a:solidFill>
                  <a:srgbClr val="3F7F5F"/>
                </a:solidFill>
                <a:latin typeface="Consolas" panose="020B0609020204030204" pitchFamily="49" charset="0"/>
              </a:rPr>
              <a:t>: Send SDO Error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t_check;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(t_check){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t_check;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000">
              <a:latin typeface="Consolas" panose="020B0609020204030204" pitchFamily="49" charset="0"/>
            </a:endParaRP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(t_byte_len &gt; 64) {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sz="1000" b="1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sz="1000" b="1">
                <a:solidFill>
                  <a:srgbClr val="3F7F5F"/>
                </a:solidFill>
                <a:latin typeface="Consolas" panose="020B0609020204030204" pitchFamily="49" charset="0"/>
              </a:rPr>
              <a:t>: TX MESSAGE TOO LONG ERROR 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000">
              <a:latin typeface="Consolas" panose="020B0609020204030204" pitchFamily="49" charset="0"/>
            </a:endParaRP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(Send_MSG(t_identifier, t_byte_len, fdcanRxData) != 0){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t_check;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sz="1000" b="1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sz="1000" b="1">
                <a:solidFill>
                  <a:srgbClr val="3F7F5F"/>
                </a:solidFill>
                <a:latin typeface="Consolas" panose="020B0609020204030204" pitchFamily="49" charset="0"/>
              </a:rPr>
              <a:t>: MSG TX ERROR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000">
              <a:latin typeface="Consolas" panose="020B0609020204030204" pitchFamily="49" charset="0"/>
            </a:endParaRP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00" b="1">
                <a:solidFill>
                  <a:srgbClr val="000000"/>
                </a:solidFill>
                <a:latin typeface="Consolas" panose="020B0609020204030204" pitchFamily="49" charset="0"/>
              </a:rPr>
              <a:t> t_check;</a:t>
            </a:r>
          </a:p>
          <a:p>
            <a:r>
              <a:rPr lang="en-US" sz="1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422E65-6AFF-41D1-A8DB-9440A5C35D31}"/>
              </a:ext>
            </a:extLst>
          </p:cNvPr>
          <p:cNvSpPr/>
          <p:nvPr/>
        </p:nvSpPr>
        <p:spPr>
          <a:xfrm>
            <a:off x="6275137" y="126997"/>
            <a:ext cx="603007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Send_MSG(</a:t>
            </a:r>
            <a:r>
              <a:rPr lang="en-US" sz="1100" b="1">
                <a:solidFill>
                  <a:srgbClr val="005032"/>
                </a:solidFill>
                <a:latin typeface="Consolas" panose="020B0609020204030204" pitchFamily="49" charset="0"/>
              </a:rPr>
              <a:t>uint16_t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t_COB_ID, </a:t>
            </a:r>
            <a:r>
              <a:rPr lang="en-US" sz="1100" b="1">
                <a:solidFill>
                  <a:srgbClr val="005032"/>
                </a:solidFill>
                <a:latin typeface="Consolas" panose="020B0609020204030204" pitchFamily="49" charset="0"/>
              </a:rPr>
              <a:t>uint32_t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t_len, </a:t>
            </a:r>
            <a:r>
              <a:rPr lang="en-US" sz="1100" b="1">
                <a:solidFill>
                  <a:srgbClr val="005032"/>
                </a:solidFill>
                <a:latin typeface="Consolas" panose="020B0609020204030204" pitchFamily="49" charset="0"/>
              </a:rPr>
              <a:t>uint8_t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* t_tx_data)</a:t>
            </a:r>
          </a:p>
          <a:p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100">
                <a:solidFill>
                  <a:srgbClr val="3F7F5F"/>
                </a:solidFill>
                <a:latin typeface="Consolas" panose="020B0609020204030204" pitchFamily="49" charset="0"/>
              </a:rPr>
              <a:t>//static uint8_t t_fnc_code = 0, t_node_id = 0;</a:t>
            </a:r>
          </a:p>
          <a:p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t_check = 0;</a:t>
            </a:r>
          </a:p>
          <a:p>
            <a:r>
              <a:rPr lang="fr-FR" sz="1100">
                <a:solidFill>
                  <a:srgbClr val="3F7F5F"/>
                </a:solidFill>
                <a:latin typeface="Consolas" panose="020B0609020204030204" pitchFamily="49" charset="0"/>
              </a:rPr>
              <a:t>//uint8_t t_txBuf[67] = {0};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//uint8_t t_usb_txBuf[137] = {0};</a:t>
            </a:r>
          </a:p>
          <a:p>
            <a:endParaRPr lang="en-US" sz="1100">
              <a:latin typeface="Consolas" panose="020B0609020204030204" pitchFamily="49" charset="0"/>
            </a:endParaRPr>
          </a:p>
          <a:p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(comm_type == </a:t>
            </a:r>
            <a:r>
              <a:rPr lang="en-US" sz="1100" b="1" i="1">
                <a:solidFill>
                  <a:srgbClr val="0000C0"/>
                </a:solidFill>
                <a:latin typeface="Consolas" panose="020B0609020204030204" pitchFamily="49" charset="0"/>
              </a:rPr>
              <a:t>e_FDCAN</a:t>
            </a:r>
            <a:r>
              <a:rPr lang="en-US" sz="1100" b="1" i="1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(IOIF_TransmitFDCAN1(t_COB_ID, t_len, t_tx_data) != 0) {</a:t>
            </a:r>
          </a:p>
          <a:p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t_check;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sz="1100" b="1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sz="1100" b="1">
                <a:solidFill>
                  <a:srgbClr val="3F7F5F"/>
                </a:solidFill>
                <a:latin typeface="Consolas" panose="020B0609020204030204" pitchFamily="49" charset="0"/>
              </a:rPr>
              <a:t>: MSG TX ERROR</a:t>
            </a:r>
          </a:p>
          <a:p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(comm_type == </a:t>
            </a:r>
            <a:r>
              <a:rPr lang="en-US" sz="1100" b="1" i="1">
                <a:solidFill>
                  <a:srgbClr val="0000C0"/>
                </a:solidFill>
                <a:latin typeface="Consolas" panose="020B0609020204030204" pitchFamily="49" charset="0"/>
              </a:rPr>
              <a:t>e_USB</a:t>
            </a:r>
            <a:r>
              <a:rPr lang="en-US" sz="1100" b="1" i="1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fr-FR" sz="1100">
                <a:solidFill>
                  <a:srgbClr val="3F7F5F"/>
                </a:solidFill>
                <a:latin typeface="Consolas" panose="020B0609020204030204" pitchFamily="49" charset="0"/>
              </a:rPr>
              <a:t>//t_fnc_code = (t_COB_ID &amp; 0xF00) &gt;&gt; 8;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//t_node_id = (t_COB_ID &amp; 0xFF);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fr-FR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fr-FR" sz="1100" u="sng">
                <a:solidFill>
                  <a:srgbClr val="3F7F5F"/>
                </a:solidFill>
                <a:latin typeface="Consolas" panose="020B0609020204030204" pitchFamily="49" charset="0"/>
              </a:rPr>
              <a:t>memcpy(&amp;t_txBuf[2], t_tx_data, t_len);</a:t>
            </a:r>
          </a:p>
          <a:p>
            <a:r>
              <a:rPr lang="fr-FR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fr-FR" sz="1100" u="sng">
                <a:solidFill>
                  <a:srgbClr val="3F7F5F"/>
                </a:solidFill>
                <a:latin typeface="Consolas" panose="020B0609020204030204" pitchFamily="49" charset="0"/>
              </a:rPr>
              <a:t>memcpy(t_txBuf, &amp;t_fnc_code, 1);t_len++;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sz="1100" u="sng">
                <a:solidFill>
                  <a:srgbClr val="3F7F5F"/>
                </a:solidFill>
                <a:latin typeface="Consolas" panose="020B0609020204030204" pitchFamily="49" charset="0"/>
              </a:rPr>
              <a:t>memcpy(&amp;t_txBuf[1], &amp;t_node_id, 1);t_len++;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de-DE" sz="1100">
                <a:solidFill>
                  <a:srgbClr val="3F7F5F"/>
                </a:solidFill>
                <a:latin typeface="Consolas" panose="020B0609020204030204" pitchFamily="49" charset="0"/>
              </a:rPr>
              <a:t>//Send_USB_Trick(t_txBuf, t_len, t_usb_txBuf);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//t_len *= 2;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de-DE" sz="1100">
                <a:solidFill>
                  <a:srgbClr val="3F7F5F"/>
                </a:solidFill>
                <a:latin typeface="Consolas" panose="020B0609020204030204" pitchFamily="49" charset="0"/>
              </a:rPr>
              <a:t>//t_usb_txBuf[t_len++] = '\r';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//t_usb_txBuf[t_len++] = '\n';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//if(CDC_Transmit_FS(t_usb_txBuf, t_len) != 0){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//return t_check;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////</a:t>
            </a:r>
            <a:r>
              <a:rPr lang="en-US" sz="1100" b="1">
                <a:solidFill>
                  <a:srgbClr val="7F9FBF"/>
                </a:solidFill>
                <a:latin typeface="Consolas" panose="020B0609020204030204" pitchFamily="49" charset="0"/>
              </a:rPr>
              <a:t>TODO</a:t>
            </a:r>
            <a:r>
              <a:rPr lang="en-US" sz="1100" b="1">
                <a:solidFill>
                  <a:srgbClr val="3F7F5F"/>
                </a:solidFill>
                <a:latin typeface="Consolas" panose="020B0609020204030204" pitchFamily="49" charset="0"/>
              </a:rPr>
              <a:t>: MSG TX ERROR</a:t>
            </a:r>
          </a:p>
          <a:p>
            <a:r>
              <a:rPr lang="en-US" sz="1100">
                <a:solidFill>
                  <a:srgbClr val="3F7F5F"/>
                </a:solidFill>
                <a:latin typeface="Consolas" panose="020B0609020204030204" pitchFamily="49" charset="0"/>
              </a:rPr>
              <a:t>//}</a:t>
            </a:r>
          </a:p>
          <a:p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100">
              <a:latin typeface="Consolas" panose="020B0609020204030204" pitchFamily="49" charset="0"/>
            </a:endParaRPr>
          </a:p>
          <a:p>
            <a:r>
              <a:rPr lang="en-US" sz="11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100" b="1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76548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908</Words>
  <Application>Microsoft Office PowerPoint</Application>
  <PresentationFormat>와이드스크린</PresentationFormat>
  <Paragraphs>126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D2Coding</vt:lpstr>
      <vt:lpstr>Menlo</vt:lpstr>
      <vt:lpstr>맑은 고딕</vt:lpstr>
      <vt:lpstr>Arial</vt:lpstr>
      <vt:lpstr>Calibri</vt:lpstr>
      <vt:lpstr>Calibri Light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sanguk</dc:creator>
  <cp:lastModifiedBy>sanguk</cp:lastModifiedBy>
  <cp:revision>10</cp:revision>
  <cp:lastPrinted>2024-04-18T02:09:36Z</cp:lastPrinted>
  <dcterms:created xsi:type="dcterms:W3CDTF">2024-04-17T11:22:02Z</dcterms:created>
  <dcterms:modified xsi:type="dcterms:W3CDTF">2024-04-19T10:21:07Z</dcterms:modified>
</cp:coreProperties>
</file>